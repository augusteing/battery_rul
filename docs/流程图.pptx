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028" y="48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1A5DF-2E64-4674-80B9-E35188046A6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F304-1955-4653-B952-E2C8977D6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951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1A5DF-2E64-4674-80B9-E35188046A6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F304-1955-4653-B952-E2C8977D6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440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1A5DF-2E64-4674-80B9-E35188046A6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F304-1955-4653-B952-E2C8977D6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0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1A5DF-2E64-4674-80B9-E35188046A6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F304-1955-4653-B952-E2C8977D6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537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1A5DF-2E64-4674-80B9-E35188046A6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F304-1955-4653-B952-E2C8977D6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636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1A5DF-2E64-4674-80B9-E35188046A6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F304-1955-4653-B952-E2C8977D6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783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1A5DF-2E64-4674-80B9-E35188046A6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F304-1955-4653-B952-E2C8977D6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089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1A5DF-2E64-4674-80B9-E35188046A6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F304-1955-4653-B952-E2C8977D6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838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1A5DF-2E64-4674-80B9-E35188046A6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F304-1955-4653-B952-E2C8977D6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64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1A5DF-2E64-4674-80B9-E35188046A6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F304-1955-4653-B952-E2C8977D6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851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1A5DF-2E64-4674-80B9-E35188046A6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3F304-1955-4653-B952-E2C8977D6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125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1A5DF-2E64-4674-80B9-E35188046A69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3F304-1955-4653-B952-E2C8977D69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582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C32A510-33A2-D5EE-0178-10CCBE295CFA}"/>
              </a:ext>
            </a:extLst>
          </p:cNvPr>
          <p:cNvSpPr/>
          <p:nvPr/>
        </p:nvSpPr>
        <p:spPr>
          <a:xfrm>
            <a:off x="2165350" y="463550"/>
            <a:ext cx="1346200" cy="444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开始</a:t>
            </a:r>
          </a:p>
        </p:txBody>
      </p:sp>
    </p:spTree>
    <p:extLst>
      <p:ext uri="{BB962C8B-B14F-4D97-AF65-F5344CB8AC3E}">
        <p14:creationId xmlns:p14="http://schemas.microsoft.com/office/powerpoint/2010/main" val="172085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E5E42A-C869-7646-3715-E1933585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6A6C58-BA7B-B95D-E68B-C39149D33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980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</TotalTime>
  <Words>1</Words>
  <Application>Microsoft Office PowerPoint</Application>
  <PresentationFormat>宽屏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荣智 郑</dc:creator>
  <cp:lastModifiedBy>荣智 郑</cp:lastModifiedBy>
  <cp:revision>1</cp:revision>
  <dcterms:created xsi:type="dcterms:W3CDTF">2026-03-31T02:10:24Z</dcterms:created>
  <dcterms:modified xsi:type="dcterms:W3CDTF">2026-03-31T02:28:54Z</dcterms:modified>
</cp:coreProperties>
</file>